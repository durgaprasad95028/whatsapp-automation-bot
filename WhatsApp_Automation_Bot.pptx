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75E5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389120"/>
            <a:ext cx="4572000" cy="4572000"/>
          </a:xfrm>
          <a:prstGeom prst="ellipse">
            <a:avLst/>
          </a:prstGeom>
          <a:solidFill>
            <a:srgbClr val="128C7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31520" cy="731520"/>
          </a:xfrm>
          <a:prstGeom prst="ellipse">
            <a:avLst/>
          </a:prstGeom>
          <a:solidFill>
            <a:srgbClr val="075E5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8577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Automation Bot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database-driven WhatsApp messaging using Python and Selenium WebDriver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297680"/>
            <a:ext cx="804672" cy="384048"/>
          </a:xfrm>
          <a:prstGeom prst="roundRect">
            <a:avLst>
              <a:gd name="adj" fmla="val 19048"/>
            </a:avLst>
          </a:prstGeom>
          <a:solidFill>
            <a:srgbClr val="075E5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29768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92224" y="4297680"/>
            <a:ext cx="1901952" cy="384048"/>
          </a:xfrm>
          <a:prstGeom prst="roundRect">
            <a:avLst>
              <a:gd name="adj" fmla="val 19048"/>
            </a:avLst>
          </a:prstGeom>
          <a:solidFill>
            <a:srgbClr val="075E54"/>
          </a:solidFill>
          <a:ln/>
        </p:spPr>
      </p:sp>
      <p:sp>
        <p:nvSpPr>
          <p:cNvPr id="12" name="Text 9"/>
          <p:cNvSpPr/>
          <p:nvPr/>
        </p:nvSpPr>
        <p:spPr>
          <a:xfrm>
            <a:off x="1792224" y="42976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58768" y="4297680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07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3858768" y="42976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36592" y="42976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075E54"/>
          </a:solidFill>
          <a:ln/>
        </p:spPr>
      </p:sp>
      <p:sp>
        <p:nvSpPr>
          <p:cNvPr id="16" name="Text 13"/>
          <p:cNvSpPr/>
          <p:nvPr/>
        </p:nvSpPr>
        <p:spPr>
          <a:xfrm>
            <a:off x="4736592" y="42976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Web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&amp; Presentation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automation bot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1838401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repetitive manual work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85292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manually retyping and resending the same message to many contacts.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041" y="1838401"/>
            <a:ext cx="392278" cy="392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Time-accurate delivery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85292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text + image messages for specific recipients at specific future times.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55448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178308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961" y="1838401"/>
            <a:ext cx="392278" cy="3922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queryable scheduling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49640" y="285292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MySQL data store instead of in-memory timers, so schedules survive restarts.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21" y="4215841"/>
            <a:ext cx="392278" cy="392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800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automation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85800" y="523036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WhatsApp Web with Selenium so it behaves like a genuine user session.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6052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041" y="4215841"/>
            <a:ext cx="392278" cy="39227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00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tracking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23036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message as pending → processing → sent / failed for auditability.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393192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416052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961" y="4215841"/>
            <a:ext cx="392278" cy="3922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9640" y="4800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handling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49640" y="523036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DB errors, missing files, or UI changes without crashing the run.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modular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874520" cy="2468880"/>
          </a:xfrm>
          <a:prstGeom prst="roundRect">
            <a:avLst>
              <a:gd name="adj" fmla="val 4390"/>
            </a:avLst>
          </a:prstGeom>
          <a:solidFill>
            <a:srgbClr val="075E5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65860" y="2816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210" y="2876702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352044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" y="402336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collects the message, recipients, image paths, and target times.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2377440" y="3383280"/>
            <a:ext cx="452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E5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30068" y="2377440"/>
            <a:ext cx="1874520" cy="2468880"/>
          </a:xfrm>
          <a:prstGeom prst="roundRect">
            <a:avLst>
              <a:gd name="adj" fmla="val 4390"/>
            </a:avLst>
          </a:prstGeom>
          <a:solidFill>
            <a:srgbClr val="128C7E"/>
          </a:solidFill>
          <a:ln/>
        </p:spPr>
      </p:sp>
      <p:sp>
        <p:nvSpPr>
          <p:cNvPr id="12" name="Text 9"/>
          <p:cNvSpPr/>
          <p:nvPr/>
        </p:nvSpPr>
        <p:spPr>
          <a:xfrm>
            <a:off x="296722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93008" y="2816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358" y="2876702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39796" y="352044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Data Layer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39796" y="402336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stored as pending rows in MySQL; unique time slots computed.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4704588" y="3383280"/>
            <a:ext cx="452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E54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57216" y="2377440"/>
            <a:ext cx="1874520" cy="2468880"/>
          </a:xfrm>
          <a:prstGeom prst="roundRect">
            <a:avLst>
              <a:gd name="adj" fmla="val 4390"/>
            </a:avLst>
          </a:prstGeom>
          <a:solidFill>
            <a:srgbClr val="075E54"/>
          </a:solidFill>
          <a:ln/>
        </p:spPr>
      </p:sp>
      <p:sp>
        <p:nvSpPr>
          <p:cNvPr id="19" name="Text 15"/>
          <p:cNvSpPr/>
          <p:nvPr/>
        </p:nvSpPr>
        <p:spPr>
          <a:xfrm>
            <a:off x="5294376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820156" y="2816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06" y="2876702"/>
            <a:ext cx="427939" cy="42793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66944" y="352044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266944" y="402336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loop compares system time to due slots every 15 seconds.</a:t>
            </a:r>
            <a:endParaRPr lang="en-US" sz="930" dirty="0"/>
          </a:p>
        </p:txBody>
      </p:sp>
      <p:sp>
        <p:nvSpPr>
          <p:cNvPr id="24" name="Text 19"/>
          <p:cNvSpPr/>
          <p:nvPr/>
        </p:nvSpPr>
        <p:spPr>
          <a:xfrm>
            <a:off x="7031736" y="3383280"/>
            <a:ext cx="452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E54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484364" y="2377440"/>
            <a:ext cx="1874520" cy="2468880"/>
          </a:xfrm>
          <a:prstGeom prst="roundRect">
            <a:avLst>
              <a:gd name="adj" fmla="val 4390"/>
            </a:avLst>
          </a:prstGeom>
          <a:solidFill>
            <a:srgbClr val="128C7E"/>
          </a:solidFill>
          <a:ln/>
        </p:spPr>
      </p:sp>
      <p:sp>
        <p:nvSpPr>
          <p:cNvPr id="26" name="Text 21"/>
          <p:cNvSpPr/>
          <p:nvPr/>
        </p:nvSpPr>
        <p:spPr>
          <a:xfrm>
            <a:off x="7621524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147304" y="2816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654" y="2876702"/>
            <a:ext cx="427939" cy="42793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94092" y="352044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594092" y="402336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drives Chrome to send text, then image, on WhatsApp Web.</a:t>
            </a:r>
            <a:endParaRPr lang="en-US" sz="930" dirty="0"/>
          </a:p>
        </p:txBody>
      </p:sp>
      <p:sp>
        <p:nvSpPr>
          <p:cNvPr id="31" name="Text 25"/>
          <p:cNvSpPr/>
          <p:nvPr/>
        </p:nvSpPr>
        <p:spPr>
          <a:xfrm>
            <a:off x="9358884" y="3383280"/>
            <a:ext cx="452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E54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811512" y="2377440"/>
            <a:ext cx="1874520" cy="2468880"/>
          </a:xfrm>
          <a:prstGeom prst="roundRect">
            <a:avLst>
              <a:gd name="adj" fmla="val 4390"/>
            </a:avLst>
          </a:prstGeom>
          <a:solidFill>
            <a:srgbClr val="075E54"/>
          </a:solidFill>
          <a:ln/>
        </p:spPr>
      </p:sp>
      <p:sp>
        <p:nvSpPr>
          <p:cNvPr id="33" name="Text 27"/>
          <p:cNvSpPr/>
          <p:nvPr/>
        </p:nvSpPr>
        <p:spPr>
          <a:xfrm>
            <a:off x="9948672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10474452" y="281635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802" y="2876702"/>
            <a:ext cx="427939" cy="42793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921240" y="352044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Status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921240" y="4023360"/>
            <a:ext cx="1655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attempt updates status to sent or failed, with errors logged.</a:t>
            </a:r>
            <a:endParaRPr lang="en-US" sz="93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across four Python files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56232"/>
            <a:ext cx="548640" cy="54864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91658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99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0756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&amp; scheduling loop — collects tasks, polls due slots.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56232"/>
            <a:ext cx="548640" cy="54864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19165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099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0756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— MySQL connection, insert / fetch / status updates.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182112"/>
            <a:ext cx="548640" cy="54864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3242462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358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whatsapp_sender.py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4015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 — Selenium control of WhatsApp Web.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926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182112"/>
            <a:ext cx="548640" cy="54864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3242462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0358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test_send.py / scheduler.py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34015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harness &amp; early prototype for isolated image-send checks.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75E54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→  db.py (store pending)  →  polling loop detects due slot  →  db.py (fetch due)  →  whatsapp_sender.py (send)  →  db.py (update status)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from input to delivery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075E5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0" cy="320040"/>
          </a:xfrm>
          <a:prstGeom prst="line">
            <a:avLst/>
          </a:prstGeom>
          <a:noFill/>
          <a:ln w="19050">
            <a:solidFill>
              <a:srgbClr val="C9D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536192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53619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common message and, for each recipient, phone number, image path, and target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0" cy="320040"/>
          </a:xfrm>
          <a:prstGeom prst="line">
            <a:avLst/>
          </a:prstGeom>
          <a:noFill/>
          <a:ln w="19050">
            <a:solidFill>
              <a:srgbClr val="C9D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2313432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231343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entry in MySQL with status = ‘pending’ and compute the set of unique scheduled time slots.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075E5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3566160"/>
            <a:ext cx="0" cy="320040"/>
          </a:xfrm>
          <a:prstGeom prst="line">
            <a:avLst/>
          </a:prstGeom>
          <a:noFill/>
          <a:ln w="19050">
            <a:solidFill>
              <a:srgbClr val="C9DF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3090672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309067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poll: compare current system time against pending slots.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0" cy="320040"/>
          </a:xfrm>
          <a:prstGeom prst="line">
            <a:avLst/>
          </a:prstGeom>
          <a:noFill/>
          <a:ln w="19050">
            <a:solidFill>
              <a:srgbClr val="C9D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3867912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386791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slot is due, fetch matching pending messages and launch/reuse the Chrome + WhatsApp Web session.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663440"/>
            <a:ext cx="457200" cy="457200"/>
          </a:xfrm>
          <a:prstGeom prst="ellipse">
            <a:avLst/>
          </a:prstGeom>
          <a:solidFill>
            <a:srgbClr val="075E5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0" cy="320040"/>
          </a:xfrm>
          <a:prstGeom prst="line">
            <a:avLst/>
          </a:prstGeom>
          <a:noFill/>
          <a:ln w="19050">
            <a:solidFill>
              <a:srgbClr val="C9DF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4645152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17320" y="464515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due message: send the text, wait briefly, then send the image with an optional caption.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440680"/>
            <a:ext cx="457200" cy="457200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234440" y="5422392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17320" y="542239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to ‘sent’ on success or ‘failed’ (with error) on failure; mark the slot processed and keep polling.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table in the whatsapp_bot MySQL schema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(PK, 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scheduled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Recipient's phone number, international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text message body to be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image_path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file path of the image attachment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send_hour / send_minute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delivery time (24-hour)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→ processing → sent / 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error_message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(nullable)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exception text on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645920"/>
            <a:ext cx="2926080" cy="3703320"/>
          </a:xfrm>
          <a:prstGeom prst="roundRect">
            <a:avLst>
              <a:gd name="adj" fmla="val 2500"/>
            </a:avLst>
          </a:prstGeom>
          <a:solidFill>
            <a:srgbClr val="075E54"/>
          </a:solidFill>
          <a:ln/>
        </p:spPr>
      </p:sp>
      <p:sp>
        <p:nvSpPr>
          <p:cNvPr id="6" name="Shape 3"/>
          <p:cNvSpPr/>
          <p:nvPr/>
        </p:nvSpPr>
        <p:spPr>
          <a:xfrm>
            <a:off x="900684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190" y="1980590"/>
            <a:ext cx="427939" cy="4279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0684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relational dataset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06840" y="31546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static file, the MySQL table grows at runtime and tracks each message's full delivery lifecycle — enabling audit trails and safe re-runs.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from the codebase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1929841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Chrome profile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9077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user-data directory keeps the WhatsApp Web login alive across runs — no repeated QR scans.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561" y="1929841"/>
            <a:ext cx="392278" cy="392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514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due-message query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9077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send_minute BETWEEN m-1 AND m+1 tolerates small polling drift when detecting due messages.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61" y="4170121"/>
            <a:ext cx="392278" cy="3922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4754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send-button lookup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51480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fallback XPath selectors are tried in turn, tolerating WhatsApp Web UI changes.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E7F5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561" y="4170121"/>
            <a:ext cx="392278" cy="392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4754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status lifecycle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51480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moves through pending → processing → sent/failed, each step written to MySQL.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execution logs during development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48056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5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1049: Unknown database 'whatsapp_bot'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database &amp; messages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DB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1045: Access denied for user 'root'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DB_CONFIG 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schedule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“Message scheduled” logged with phone &amp;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pending row 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message send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image delivered via WhatsAppSender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updated to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7F5F1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4916729"/>
            <a:ext cx="499262" cy="499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691640" y="507492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kept polling and retrying every ~60 seconds through repeated authentication failures without crashing — confirming the error-handling design worked as intended before the underlying configuration was fixed.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Bot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75E5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28C7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685800" cy="685800"/>
          </a:xfrm>
          <a:prstGeom prst="ellipse">
            <a:avLst/>
          </a:prstGeom>
          <a:solidFill>
            <a:srgbClr val="075E5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98" y="76123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08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WhatsApp Automation Bot shows how browser automation, a relational database, and a simple polling scheduler combine to remove repetitive manual messaging — with a status-tracked, auditable, safely re-runnable workflow.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9136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/ repeating schedules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270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monitoring dashboard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8172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6542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via Excel / CSV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6577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50383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programmatic queuing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8869680" y="1508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75E54">
              <a:alpha val="8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8869680" y="1581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2"/>
          <p:cNvSpPr/>
          <p:nvPr/>
        </p:nvSpPr>
        <p:spPr>
          <a:xfrm>
            <a:off x="886968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modules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8869680" y="27432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75E54">
              <a:alpha val="8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8869680" y="2816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8869680" y="3364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states tracked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869680" y="39776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75E54">
              <a:alpha val="8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8869680" y="40507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8869680" y="4599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Send-button fallbacks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WhatsApp Automation Bot</dc:title>
  <dc:subject>PptxGenJS Presentation</dc:subject>
  <dc:creator>WhatsApp Automation Bot</dc:creator>
  <cp:lastModifiedBy>WhatsApp Automation Bot</cp:lastModifiedBy>
  <cp:revision>1</cp:revision>
  <dcterms:created xsi:type="dcterms:W3CDTF">2026-07-02T09:14:08Z</dcterms:created>
  <dcterms:modified xsi:type="dcterms:W3CDTF">2026-07-02T09:14:08Z</dcterms:modified>
</cp:coreProperties>
</file>